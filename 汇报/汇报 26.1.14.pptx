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12" r:id="rId2"/>
    <p:sldId id="331" r:id="rId3"/>
    <p:sldId id="332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3265" autoAdjust="0"/>
  </p:normalViewPr>
  <p:slideViewPr>
    <p:cSldViewPr snapToGrid="0" showGuides="1">
      <p:cViewPr varScale="1">
        <p:scale>
          <a:sx n="80" d="100"/>
          <a:sy n="80" d="100"/>
        </p:scale>
        <p:origin x="52" y="1916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39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2025.1.14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DF04-444F-86F8-AFC0-0DBA8B16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CB1B6B-C3D9-6528-5C9C-805C585EE899}"/>
              </a:ext>
            </a:extLst>
          </p:cNvPr>
          <p:cNvSpPr txBox="1"/>
          <p:nvPr/>
        </p:nvSpPr>
        <p:spPr>
          <a:xfrm>
            <a:off x="446644" y="192699"/>
            <a:ext cx="1773242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证明过程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BA4108-70E8-720E-5344-671749DC6875}"/>
              </a:ext>
            </a:extLst>
          </p:cNvPr>
          <p:cNvSpPr/>
          <p:nvPr/>
        </p:nvSpPr>
        <p:spPr>
          <a:xfrm>
            <a:off x="8911968" y="2039854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05916-78F1-F16C-CA4F-721C490DFF94}"/>
              </a:ext>
            </a:extLst>
          </p:cNvPr>
          <p:cNvSpPr/>
          <p:nvPr/>
        </p:nvSpPr>
        <p:spPr>
          <a:xfrm>
            <a:off x="11194120" y="2039854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A4ADDF-7389-9025-657E-0DC87A9076CD}"/>
              </a:ext>
            </a:extLst>
          </p:cNvPr>
          <p:cNvSpPr/>
          <p:nvPr/>
        </p:nvSpPr>
        <p:spPr>
          <a:xfrm>
            <a:off x="11194120" y="4028741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CC97D-8F95-36E1-39AD-1EAB6F1A7705}"/>
              </a:ext>
            </a:extLst>
          </p:cNvPr>
          <p:cNvSpPr/>
          <p:nvPr/>
        </p:nvSpPr>
        <p:spPr>
          <a:xfrm>
            <a:off x="8911968" y="4028740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5D65167-7AAA-F013-60EE-8576903ED47A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9165968" y="2177306"/>
            <a:ext cx="202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9B877FE-F473-BB28-1AC3-FAC4596876CF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>
            <a:off x="9165968" y="4166192"/>
            <a:ext cx="20281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A203002-BCFF-C145-6FCE-53B54CEA56E5}"/>
              </a:ext>
            </a:extLst>
          </p:cNvPr>
          <p:cNvCxnSpPr>
            <a:cxnSpLocks/>
            <a:stCxn id="16" idx="0"/>
            <a:endCxn id="13" idx="2"/>
          </p:cNvCxnSpPr>
          <p:nvPr/>
        </p:nvCxnSpPr>
        <p:spPr>
          <a:xfrm flipV="1">
            <a:off x="9038968" y="2314757"/>
            <a:ext cx="0" cy="1713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D4C6A9-8D07-E305-3E4A-751766A053C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1321120" y="2314757"/>
            <a:ext cx="0" cy="1713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94AF68C-5012-E655-9369-15F7BCFE3DE6}"/>
              </a:ext>
            </a:extLst>
          </p:cNvPr>
          <p:cNvCxnSpPr>
            <a:cxnSpLocks/>
          </p:cNvCxnSpPr>
          <p:nvPr/>
        </p:nvCxnSpPr>
        <p:spPr>
          <a:xfrm>
            <a:off x="9165968" y="2314757"/>
            <a:ext cx="2028152" cy="1713983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2">
            <a:extLst>
              <a:ext uri="{FF2B5EF4-FFF2-40B4-BE49-F238E27FC236}">
                <a16:creationId xmlns:a16="http://schemas.microsoft.com/office/drawing/2014/main" id="{F8BFC206-C2BB-5523-EE45-E75355926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44" y="1113181"/>
            <a:ext cx="99226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3" name="Rectangle 8">
            <a:extLst>
              <a:ext uri="{FF2B5EF4-FFF2-40B4-BE49-F238E27FC236}">
                <a16:creationId xmlns:a16="http://schemas.microsoft.com/office/drawing/2014/main" id="{2CE81028-AF85-B3B4-4D70-B5282A48F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44" y="22099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89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B0C4-B951-067B-883F-079B178F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1C02E10-63DA-D12A-81EC-40176797E12D}"/>
              </a:ext>
            </a:extLst>
          </p:cNvPr>
          <p:cNvSpPr txBox="1"/>
          <p:nvPr/>
        </p:nvSpPr>
        <p:spPr>
          <a:xfrm>
            <a:off x="446644" y="192699"/>
            <a:ext cx="1773242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运动展开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97ECAC-E395-89DE-ABE3-389F9845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12" y="2207317"/>
            <a:ext cx="4125356" cy="276405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DF211965-94FF-A6DC-F4F3-84DB50D02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521" y="609560"/>
            <a:ext cx="3973048" cy="29797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9D7CDC23-1B6F-408F-49AA-E7AC0C84D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89346"/>
            <a:ext cx="39014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1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23</Words>
  <Application>Microsoft Office PowerPoint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907</cp:revision>
  <dcterms:created xsi:type="dcterms:W3CDTF">2024-12-30T12:20:00Z</dcterms:created>
  <dcterms:modified xsi:type="dcterms:W3CDTF">2026-01-14T06:46:08Z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