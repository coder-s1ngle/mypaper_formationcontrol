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12" r:id="rId2"/>
    <p:sldId id="339" r:id="rId3"/>
    <p:sldId id="340" r:id="rId4"/>
    <p:sldId id="341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EE78FF3-5ACC-4B58-82F3-1E6464500746}">
          <p14:sldIdLst>
            <p14:sldId id="312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10" autoAdjust="0"/>
    <p:restoredTop sz="94100" autoAdjust="0"/>
  </p:normalViewPr>
  <p:slideViewPr>
    <p:cSldViewPr snapToGrid="0" showGuides="1">
      <p:cViewPr varScale="1">
        <p:scale>
          <a:sx n="154" d="100"/>
          <a:sy n="154" d="100"/>
        </p:scale>
        <p:origin x="748" y="96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56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B5FB-7D08-EEC6-84AF-15EF1132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09A290-DDAE-DF8D-817C-6A257F69D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C196C9-29D8-D45A-5C1C-1ED96ABC8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991A46-4A07-C670-AE3D-C23DF3D60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8E1EA-5B9D-47B4-B3BE-1788425ED1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6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2025.3.25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EA0544-B473-7C8D-9750-2CD34775A69F}"/>
              </a:ext>
            </a:extLst>
          </p:cNvPr>
          <p:cNvSpPr txBox="1"/>
          <p:nvPr/>
        </p:nvSpPr>
        <p:spPr>
          <a:xfrm>
            <a:off x="446644" y="192699"/>
            <a:ext cx="17876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误差动力学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8B7867-CD54-02A1-2C32-83609E0F1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4" y="936095"/>
            <a:ext cx="6217903" cy="21174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9AC04AB-2BBD-6DB1-DBDC-20B4B565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4" y="3429000"/>
            <a:ext cx="4640745" cy="21943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5612121-5736-7F09-800C-CEF2B7FFF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47" y="1407080"/>
            <a:ext cx="2504762" cy="68571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735E7E6-82F7-3A2F-BC49-D207D0AEAE39}"/>
              </a:ext>
            </a:extLst>
          </p:cNvPr>
          <p:cNvSpPr txBox="1"/>
          <p:nvPr/>
        </p:nvSpPr>
        <p:spPr>
          <a:xfrm>
            <a:off x="6918384" y="2329654"/>
            <a:ext cx="5273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en</a:t>
            </a:r>
            <a:r>
              <a:rPr lang="zh-CN" altLang="en-US" dirty="0"/>
              <a:t>虽然是三维法向量，但是始终在以</a:t>
            </a:r>
            <a:r>
              <a:rPr lang="en-US" altLang="zh-CN" dirty="0" err="1"/>
              <a:t>n_d</a:t>
            </a:r>
            <a:r>
              <a:rPr lang="zh-CN" altLang="en-US" dirty="0"/>
              <a:t>为法向量的平面内，所以，更改误差向量为在</a:t>
            </a:r>
            <a:r>
              <a:rPr lang="en-US" altLang="zh-CN" dirty="0" err="1"/>
              <a:t>nd</a:t>
            </a:r>
            <a:r>
              <a:rPr lang="zh-CN" altLang="en-US" dirty="0"/>
              <a:t>切平面内的两个独立分量</a:t>
            </a:r>
          </a:p>
        </p:txBody>
      </p:sp>
    </p:spTree>
    <p:extLst>
      <p:ext uri="{BB962C8B-B14F-4D97-AF65-F5344CB8AC3E}">
        <p14:creationId xmlns:p14="http://schemas.microsoft.com/office/powerpoint/2010/main" val="229258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775CE6-8343-8377-BF61-E310D29B4F61}"/>
              </a:ext>
            </a:extLst>
          </p:cNvPr>
          <p:cNvPicPr>
            <a:picLocks/>
          </p:cNvPicPr>
          <p:nvPr/>
        </p:nvPicPr>
        <p:blipFill>
          <a:blip r:embed="rId3"/>
          <a:srcRect b="67090"/>
          <a:stretch/>
        </p:blipFill>
        <p:spPr>
          <a:xfrm>
            <a:off x="5256280" y="1711894"/>
            <a:ext cx="3453759" cy="11006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EF6099-E3E0-6C7C-FAF2-1655EAB5F921}"/>
              </a:ext>
            </a:extLst>
          </p:cNvPr>
          <p:cNvPicPr>
            <a:picLocks/>
          </p:cNvPicPr>
          <p:nvPr/>
        </p:nvPicPr>
        <p:blipFill>
          <a:blip r:embed="rId4"/>
          <a:srcRect r="30902" b="-969"/>
          <a:stretch/>
        </p:blipFill>
        <p:spPr>
          <a:xfrm>
            <a:off x="5738300" y="1092593"/>
            <a:ext cx="2398702" cy="21515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D6B1395-9EC0-EA30-7952-253CDA5E8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2" y="864052"/>
            <a:ext cx="4135259" cy="59354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21F5FF-30BC-9111-F787-F0E6D344B27E}"/>
              </a:ext>
            </a:extLst>
          </p:cNvPr>
          <p:cNvSpPr txBox="1"/>
          <p:nvPr/>
        </p:nvSpPr>
        <p:spPr>
          <a:xfrm>
            <a:off x="446644" y="192699"/>
            <a:ext cx="17876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误差动力学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848DD0-AADF-436A-04BD-04389AC18976}"/>
              </a:ext>
            </a:extLst>
          </p:cNvPr>
          <p:cNvSpPr txBox="1"/>
          <p:nvPr/>
        </p:nvSpPr>
        <p:spPr>
          <a:xfrm>
            <a:off x="8807027" y="4414099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存在零特征值 有冗余的约束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81A965-D072-77C8-CDF1-27CE0CE1FA3B}"/>
              </a:ext>
            </a:extLst>
          </p:cNvPr>
          <p:cNvPicPr>
            <a:picLocks/>
          </p:cNvPicPr>
          <p:nvPr/>
        </p:nvPicPr>
        <p:blipFill>
          <a:blip r:embed="rId3"/>
          <a:srcRect l="-2377" t="33246"/>
          <a:stretch/>
        </p:blipFill>
        <p:spPr>
          <a:xfrm>
            <a:off x="5215232" y="4224993"/>
            <a:ext cx="3535854" cy="22325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AE3D96-1387-E6C5-23B1-58F224A30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890" y="3272956"/>
            <a:ext cx="4768538" cy="5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4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48DD-32E8-15A9-A189-ECAC80BE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26BB3C8-EB06-755C-7103-5971C3479ED4}"/>
              </a:ext>
            </a:extLst>
          </p:cNvPr>
          <p:cNvSpPr txBox="1"/>
          <p:nvPr/>
        </p:nvSpPr>
        <p:spPr>
          <a:xfrm>
            <a:off x="446644" y="192699"/>
            <a:ext cx="938077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 err="1">
                <a:solidFill>
                  <a:schemeClr val="accent1"/>
                </a:solidFill>
                <a:latin typeface="+mj-ea"/>
                <a:ea typeface="+mj-ea"/>
              </a:rPr>
              <a:t>Leso</a:t>
            </a:r>
            <a:endParaRPr lang="en-US" altLang="zh-CN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D7AE61-95B5-F4C4-A8D5-7FCD771136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4" y="799179"/>
            <a:ext cx="3440865" cy="30598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576A61-575F-ACF7-BBF7-55A48D571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662" y="765877"/>
            <a:ext cx="3336720" cy="29958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448F451-0E03-F121-92F9-5FD4E130F7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4" y="3793250"/>
            <a:ext cx="3333801" cy="29932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C37AD2-145F-53DE-6B0D-FCDB29A221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22" y="3773491"/>
            <a:ext cx="3410402" cy="303274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0EAFB87-95DE-ACC5-9C28-84E2F4817E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792" y="835786"/>
            <a:ext cx="4254564" cy="264596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4B2AC41-24DB-D3C7-7FA7-FDFD755169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647" y="3895846"/>
            <a:ext cx="3790274" cy="23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7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9833</TotalTime>
  <Words>63</Words>
  <Application>Microsoft Office PowerPoint</Application>
  <PresentationFormat>宽屏</PresentationFormat>
  <Paragraphs>10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1326</cp:revision>
  <dcterms:created xsi:type="dcterms:W3CDTF">2024-12-30T12:20:00Z</dcterms:created>
  <dcterms:modified xsi:type="dcterms:W3CDTF">2026-03-25T10:26:20Z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